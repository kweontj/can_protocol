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BF8F6EB-A0DD-4751-8D8E-14978AE47A23}">
          <p14:sldIdLst>
            <p14:sldId id="256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8" autoAdjust="0"/>
    <p:restoredTop sz="94660"/>
  </p:normalViewPr>
  <p:slideViewPr>
    <p:cSldViewPr snapToGrid="0">
      <p:cViewPr varScale="1">
        <p:scale>
          <a:sx n="75" d="100"/>
          <a:sy n="75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580BE3-6A11-4FE3-8D91-A799DD7EA8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A7664C1-9276-46E2-9E5C-860C1BCDA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6C9B301-BC16-4A53-AF9E-0072FBFD1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BD33ED-9F93-4555-8508-4BAE0E4E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2E7FDA-B1EB-4975-A2CC-BF4EF2A0F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26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981597-F6E7-4AFC-B808-81C2C39D2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4127D8-10A8-4256-B5D4-E34F9E382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EFB981-B0ED-45CF-98D7-8A6A5D65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1CBE9A-959F-4791-90BE-5657FF03D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C1D981-640F-44D0-8538-63C3C1826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 descr="폰트, 텍스트, 그래픽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8F8EE7-ED57-AF41-1CD4-A85495374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09" y="6217030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93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79D802-0C1B-46D6-8BED-A0DF62923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01AEB2-975A-43BC-B7BF-2F8C6AD9D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E025EA-66D3-4EAF-BA6E-0F40CD9EB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7E372C-113B-484D-8ADE-E7816C52C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9E2F25-6960-4A05-9D62-ACD1FD116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17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2A3F4-90E6-49F8-B236-67E7C629D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9952DC-0B63-4B2E-B432-0D7C444B3C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621DF99-E791-4148-8EDE-3624F48B9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D3AD5A-4155-49A3-B817-D93EFDC31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BCEE06-AA1D-4077-A301-5F89AC8D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583E3F-CFB4-4B6D-8FE0-C8F2F0D3A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9" name="그림 8" descr="폰트, 텍스트, 그래픽, 그래픽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E57148E-BEE2-293D-B148-D9D8FF30D5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609" y="6217030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45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12248A-74E1-4135-B415-CAE030EDE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4B233C-13EF-4F3A-9736-BF1C912C2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EB5C4CE-185B-4750-B07D-C98116F09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AB32946-99A1-4CE2-9140-5B9E693C4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23853B-0442-4499-9D64-EEF1E415A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6E452B-4297-4A28-B169-ADC6BFE2F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1B7928-012D-4C9C-95B4-2B052FE98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862D339-C7BF-4D5A-9C4D-B3C4F6F50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867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25D4A-C96B-4961-87AE-DA8A8A8E2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6D508F-51EA-436E-AA69-21F58B1D3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CF114B-2B5C-4ABB-B974-40231DEF0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B7BD396-2DF0-4AEF-9872-4179C64F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290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D0CDF51-79C6-4298-B844-E5715C387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6EBA6A-D6A1-4F65-9AD5-03C3A1BE6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FFE4D1-D6D0-4A18-BC85-51AAB575B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626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D48D0C-56A7-4E5B-9579-2596263D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2E8A6D-2E47-4419-85A9-A8CB7ACC1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163031-325B-4869-9E5E-46ED52D492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C9B6EF-92C8-4A05-B11A-C1513DFE2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39958A-35F5-4836-94D1-8FEC1504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CD737D-FC41-47D2-8AA6-B2777ED9F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14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492B6-9343-41E1-B04E-3A4A3952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1CD1E95-D98F-4A00-A70A-CB9A1F916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7373F7-54FE-45BB-822E-5F7C4C7B6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2E60B9-04F1-453E-85A0-E429F4D6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114C3C-D3F6-4E64-82B0-0CFD40B31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4EAA28-DB4C-40A4-8A65-BF8BDA91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723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6DB07-F76D-4937-AF83-1A8139240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9E11D4-3E07-4DFB-816D-F8D048C3DD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C841199-6E27-4182-98BB-977E5AC86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15BBB0-6288-4AFC-8D76-18E6DA73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852C4A-C8DC-4F40-9B52-9EF4433B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51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0BC21D-9505-430B-8E62-AAEBE610A3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7594CD-1D48-4392-9E74-52A0C8622F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89FFCE-268C-45D0-9F91-A3689852F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0AB216-4E67-482C-B57B-62727012D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379820-A147-45BE-AB83-E5FAF455D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6478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3DAF21F-A170-431D-B603-C71A399E6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FBAFCC-5687-4E6E-9E05-DE914BFEF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4ACA42-DB80-4D68-A939-57CA1961A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24B236-324D-418B-949A-BD2E8D035065}" type="datetimeFigureOut">
              <a:rPr lang="ko-KR" altLang="en-US" smtClean="0"/>
              <a:t>2025-12-23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C15BEE-9BE4-4D67-8410-66E51D3A1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E3DEDC-C07F-4BE5-940C-5C851DCA1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BDD54-672C-4601-9073-72D24687C3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08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CB918-4E5D-4FFC-A814-CA06FBDC4F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3297"/>
            <a:ext cx="9144000" cy="2387600"/>
          </a:xfrm>
        </p:spPr>
        <p:txBody>
          <a:bodyPr/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2025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자율주행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CAN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통신 실무 프로젝트 경진대회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97C185-5B0B-4AD3-9286-883708BE79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31772"/>
            <a:ext cx="9144000" cy="1655762"/>
          </a:xfrm>
        </p:spPr>
        <p:txBody>
          <a:bodyPr/>
          <a:lstStyle/>
          <a:p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전정대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팀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(3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조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1D1A07-CD3D-E17C-33B7-700683CCC95D}"/>
              </a:ext>
            </a:extLst>
          </p:cNvPr>
          <p:cNvSpPr txBox="1"/>
          <p:nvPr/>
        </p:nvSpPr>
        <p:spPr>
          <a:xfrm>
            <a:off x="9710530" y="5070810"/>
            <a:ext cx="20872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충북대70주년체 Regular" pitchFamily="2" charset="-127"/>
                <a:ea typeface="충북대70주년체 Regular" pitchFamily="2" charset="-127"/>
                <a:cs typeface="ADLaM Display" panose="02010000000000000000" pitchFamily="2" charset="0"/>
              </a:rPr>
              <a:t>지능로봇공학과 </a:t>
            </a:r>
            <a:r>
              <a:rPr lang="ko-KR" altLang="en-US" sz="1600" dirty="0" err="1">
                <a:latin typeface="충북대70주년체 Regular" pitchFamily="2" charset="-127"/>
                <a:ea typeface="충북대70주년체 Regular" pitchFamily="2" charset="-127"/>
                <a:cs typeface="ADLaM Display" panose="02010000000000000000" pitchFamily="2" charset="0"/>
              </a:rPr>
              <a:t>권택주</a:t>
            </a:r>
            <a:endParaRPr lang="en-US" altLang="ko-KR" sz="1600" dirty="0">
              <a:latin typeface="충북대70주년체 Regular" pitchFamily="2" charset="-127"/>
              <a:ea typeface="충북대70주년체 Regular" pitchFamily="2" charset="-127"/>
              <a:cs typeface="ADLaM Display" panose="02010000000000000000" pitchFamily="2" charset="0"/>
            </a:endParaRPr>
          </a:p>
          <a:p>
            <a:r>
              <a:rPr lang="ko-KR" altLang="en-US" sz="1600" dirty="0">
                <a:latin typeface="충북대70주년체 Regular" pitchFamily="2" charset="-127"/>
                <a:ea typeface="충북대70주년체 Regular" pitchFamily="2" charset="-127"/>
                <a:cs typeface="ADLaM Display" panose="02010000000000000000" pitchFamily="2" charset="0"/>
              </a:rPr>
              <a:t>지능로봇공학과 김정윤</a:t>
            </a:r>
            <a:endParaRPr lang="en-US" altLang="ko-KR" sz="1600" dirty="0">
              <a:latin typeface="충북대70주년체 Regular" pitchFamily="2" charset="-127"/>
              <a:ea typeface="충북대70주년체 Regular" pitchFamily="2" charset="-127"/>
              <a:cs typeface="ADLaM Display" panose="02010000000000000000" pitchFamily="2" charset="0"/>
            </a:endParaRPr>
          </a:p>
          <a:p>
            <a:r>
              <a:rPr lang="ko-KR" altLang="en-US" sz="1600" dirty="0">
                <a:latin typeface="충북대70주년체 Regular" pitchFamily="2" charset="-127"/>
                <a:ea typeface="충북대70주년체 Regular" pitchFamily="2" charset="-127"/>
                <a:cs typeface="ADLaM Display" panose="02010000000000000000" pitchFamily="2" charset="0"/>
              </a:rPr>
              <a:t>소프트웨어학부  김건우</a:t>
            </a:r>
            <a:endParaRPr lang="en-US" altLang="ko-KR" sz="1600" dirty="0">
              <a:latin typeface="충북대70주년체 Regular" pitchFamily="2" charset="-127"/>
              <a:ea typeface="충북대70주년체 Regular" pitchFamily="2" charset="-127"/>
              <a:cs typeface="ADLaM Display" panose="02010000000000000000" pitchFamily="2" charset="0"/>
            </a:endParaRPr>
          </a:p>
          <a:p>
            <a:r>
              <a:rPr lang="ko-KR" altLang="en-US" sz="1600" dirty="0">
                <a:latin typeface="충북대70주년체 Regular" pitchFamily="2" charset="-127"/>
                <a:ea typeface="충북대70주년체 Regular" pitchFamily="2" charset="-127"/>
                <a:cs typeface="ADLaM Display" panose="02010000000000000000" pitchFamily="2" charset="0"/>
              </a:rPr>
              <a:t>전자공학부 박준영</a:t>
            </a:r>
            <a:endParaRPr lang="en-US" altLang="ko-KR" sz="1600" dirty="0">
              <a:latin typeface="충북대70주년체 Regular" pitchFamily="2" charset="-127"/>
              <a:ea typeface="충북대70주년체 Regular" pitchFamily="2" charset="-127"/>
              <a:cs typeface="ADLaM Display" panose="02010000000000000000" pitchFamily="2" charset="0"/>
            </a:endParaRPr>
          </a:p>
          <a:p>
            <a:r>
              <a:rPr lang="ko-KR" altLang="en-US" sz="1600" dirty="0">
                <a:latin typeface="충북대70주년체 Regular" pitchFamily="2" charset="-127"/>
                <a:ea typeface="충북대70주년체 Regular" pitchFamily="2" charset="-127"/>
                <a:cs typeface="ADLaM Display" panose="02010000000000000000" pitchFamily="2" charset="0"/>
              </a:rPr>
              <a:t>전자공학부 </a:t>
            </a:r>
            <a:r>
              <a:rPr lang="ko-KR" altLang="en-US" sz="1600" dirty="0" err="1">
                <a:latin typeface="충북대70주년체 Regular" pitchFamily="2" charset="-127"/>
                <a:ea typeface="충북대70주년체 Regular" pitchFamily="2" charset="-127"/>
                <a:cs typeface="ADLaM Display" panose="02010000000000000000" pitchFamily="2" charset="0"/>
              </a:rPr>
              <a:t>이나린</a:t>
            </a:r>
            <a:endParaRPr lang="ko-KR" altLang="en-US" sz="1600" dirty="0">
              <a:latin typeface="충북대70주년체 Regular" pitchFamily="2" charset="-127"/>
              <a:ea typeface="충북대70주년체 Regular" pitchFamily="2" charset="-127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1198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8AB35-33B0-49B6-AF0F-2D42DAD6A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CAN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Data Base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및 기능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F0CCD5-FEFC-9E7A-F8DE-70ED12BED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2978426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dirty="0" err="1"/>
              <a:t>Motor_Cmd</a:t>
            </a:r>
            <a:r>
              <a:rPr lang="en-US" altLang="ko-KR" sz="20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Left_Motor_Pwm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Right_Motor_Pwm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Left_Motor_Dir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Right_Motor_Dir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Motor_Enable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/>
              <a:t>Estop</a:t>
            </a:r>
          </a:p>
          <a:p>
            <a:pPr>
              <a:lnSpc>
                <a:spcPct val="120000"/>
              </a:lnSpc>
            </a:pPr>
            <a:r>
              <a:rPr lang="en-US" altLang="ko-KR" sz="2000" b="1" dirty="0" err="1"/>
              <a:t>Motor_States</a:t>
            </a:r>
            <a:endParaRPr lang="en-US" altLang="ko-KR" sz="2000" b="1" dirty="0"/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Slave_Alive_Counter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Timeout_Stop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Driver_Fault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en-US" altLang="ko-KR" sz="2000" b="1" dirty="0" err="1"/>
              <a:t>Master_State</a:t>
            </a:r>
            <a:endParaRPr lang="en-US" altLang="ko-KR" sz="2000" b="1" dirty="0"/>
          </a:p>
          <a:p>
            <a:pPr lvl="1">
              <a:lnSpc>
                <a:spcPct val="120000"/>
              </a:lnSpc>
            </a:pPr>
            <a:r>
              <a:rPr lang="ko-KR" altLang="en-US" sz="1600" dirty="0"/>
              <a:t>센서 기반 주행 모드 및 회피 결과를 </a:t>
            </a:r>
            <a:r>
              <a:rPr lang="en-US" altLang="ko-KR" sz="1600" dirty="0"/>
              <a:t>CAN </a:t>
            </a:r>
            <a:r>
              <a:rPr lang="ko-KR" altLang="en-US" sz="1600" dirty="0"/>
              <a:t>네트워크에 </a:t>
            </a:r>
            <a:r>
              <a:rPr lang="ko-KR" altLang="en-US" sz="1600" dirty="0" err="1"/>
              <a:t>브로드캐스트</a:t>
            </a:r>
            <a:endParaRPr lang="en-US" altLang="ko-KR" sz="1600" dirty="0"/>
          </a:p>
          <a:p>
            <a:pPr lvl="1">
              <a:lnSpc>
                <a:spcPct val="120000"/>
              </a:lnSpc>
            </a:pPr>
            <a:r>
              <a:rPr lang="en-US" altLang="ko-KR" sz="1600" dirty="0"/>
              <a:t>Mode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Avoid_Dir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UltraSonic_Dist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Servo_Angle</a:t>
            </a:r>
            <a:r>
              <a:rPr lang="en-US" altLang="ko-KR" sz="1600" dirty="0"/>
              <a:t> 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Line_State</a:t>
            </a:r>
            <a:endParaRPr lang="ko-KR" altLang="en-US" sz="1600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7954AD80-3141-0918-1784-52299D444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13571" y="1825625"/>
            <a:ext cx="5181600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sz="2000" b="1" dirty="0" err="1"/>
              <a:t>Dynamnic_Planning</a:t>
            </a:r>
            <a:endParaRPr lang="en-US" altLang="ko-KR" sz="2000" b="1" dirty="0"/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Ultra_Sonic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Servo_Angle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Stop_Signal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Back_Signal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en-US" altLang="ko-KR" sz="2000" b="1" dirty="0" err="1"/>
              <a:t>Wheel_State</a:t>
            </a:r>
            <a:r>
              <a:rPr lang="en-US" altLang="ko-KR" sz="20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Wheel_Front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Wheel_Back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Wheel_Left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Wheel_Right</a:t>
            </a:r>
            <a:endParaRPr lang="en-US" altLang="ko-KR" sz="1600" dirty="0"/>
          </a:p>
          <a:p>
            <a:pPr>
              <a:lnSpc>
                <a:spcPct val="120000"/>
              </a:lnSpc>
            </a:pPr>
            <a:r>
              <a:rPr lang="en-US" altLang="ko-KR" sz="2000" b="1" dirty="0" err="1"/>
              <a:t>Line_tracing</a:t>
            </a:r>
            <a:r>
              <a:rPr lang="en-US" altLang="ko-KR" sz="20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Front_Signal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Left_Signal</a:t>
            </a:r>
            <a:r>
              <a:rPr lang="en-US" altLang="ko-KR" sz="1600" dirty="0"/>
              <a:t>	</a:t>
            </a:r>
          </a:p>
          <a:p>
            <a:pPr lvl="1">
              <a:lnSpc>
                <a:spcPct val="120000"/>
              </a:lnSpc>
            </a:pPr>
            <a:r>
              <a:rPr lang="en-US" altLang="ko-KR" sz="1600" dirty="0" err="1"/>
              <a:t>Right_Signal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7679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8F2CB-D8BA-4E23-A0E9-BDEE9A3D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Dynamic_PLanning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6D004-9D53-4351-A928-4F434EAED062}"/>
              </a:ext>
            </a:extLst>
          </p:cNvPr>
          <p:cNvSpPr txBox="1"/>
          <p:nvPr/>
        </p:nvSpPr>
        <p:spPr>
          <a:xfrm>
            <a:off x="8582526" y="1459855"/>
            <a:ext cx="168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Layout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9DEE6-F2E3-4796-8D1F-BEADBEBD2E19}"/>
              </a:ext>
            </a:extLst>
          </p:cNvPr>
          <p:cNvSpPr txBox="1"/>
          <p:nvPr/>
        </p:nvSpPr>
        <p:spPr>
          <a:xfrm>
            <a:off x="65146" y="2239534"/>
            <a:ext cx="5629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마스터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아두이노가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장애물의 거리를 초음파 센서로 감지하여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슬레이브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아두이노에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모터를 멈추라는 신호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를 보낸다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B2C68A1-2D4D-4EBC-BD4C-F7F1FBD06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6" y="3718822"/>
            <a:ext cx="5629802" cy="173224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682496D-AC12-4DDE-BFA2-E284AD2CC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066" y="2095250"/>
            <a:ext cx="6113788" cy="468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94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8F2CB-D8BA-4E23-A0E9-BDEE9A3D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Line_tracing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6D004-9D53-4351-A928-4F434EAED062}"/>
              </a:ext>
            </a:extLst>
          </p:cNvPr>
          <p:cNvSpPr txBox="1"/>
          <p:nvPr/>
        </p:nvSpPr>
        <p:spPr>
          <a:xfrm>
            <a:off x="8582526" y="1459855"/>
            <a:ext cx="168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Layout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9DEE6-F2E3-4796-8D1F-BEADBEBD2E19}"/>
              </a:ext>
            </a:extLst>
          </p:cNvPr>
          <p:cNvSpPr txBox="1"/>
          <p:nvPr/>
        </p:nvSpPr>
        <p:spPr>
          <a:xfrm>
            <a:off x="65146" y="2239534"/>
            <a:ext cx="5629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마스터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아두이노가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라인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트레이싱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센서를 이용하여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슬레이브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아두이노에게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방향을 지시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한다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4D6C3E-099A-457E-8C3A-68D34C9B0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6" y="4226411"/>
            <a:ext cx="5629802" cy="13553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8DBA21D-53B1-4655-AA94-0DC3E8FD4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486" y="2035692"/>
            <a:ext cx="6326514" cy="484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0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8F2CB-D8BA-4E23-A0E9-BDEE9A3DF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Master_State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6D004-9D53-4351-A928-4F434EAED062}"/>
              </a:ext>
            </a:extLst>
          </p:cNvPr>
          <p:cNvSpPr txBox="1"/>
          <p:nvPr/>
        </p:nvSpPr>
        <p:spPr>
          <a:xfrm>
            <a:off x="8582526" y="1459855"/>
            <a:ext cx="168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Layout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9DEE6-F2E3-4796-8D1F-BEADBEBD2E19}"/>
              </a:ext>
            </a:extLst>
          </p:cNvPr>
          <p:cNvSpPr txBox="1"/>
          <p:nvPr/>
        </p:nvSpPr>
        <p:spPr>
          <a:xfrm>
            <a:off x="65146" y="2239534"/>
            <a:ext cx="5629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마스터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아두이노가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장애물 존재 여부에 따라 초음파 모드 혹은 </a:t>
            </a:r>
            <a:r>
              <a:rPr lang="ko-KR" altLang="en-US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라인 </a:t>
            </a:r>
            <a:r>
              <a:rPr lang="ko-KR" altLang="en-US" b="1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트레이싱</a:t>
            </a:r>
            <a:r>
              <a:rPr lang="ko-KR" altLang="en-US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모드로 전환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한다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32023F5-83B1-4852-A067-D0275E1F1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16" y="3899889"/>
            <a:ext cx="5496641" cy="184318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4C002B0-8AF7-4C9A-A312-27E0DA812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750" y="2039686"/>
            <a:ext cx="6039104" cy="470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382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8F2CB-D8BA-4E23-A0E9-BDEE9A3D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Motor_Cmd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6D004-9D53-4351-A928-4F434EAED062}"/>
              </a:ext>
            </a:extLst>
          </p:cNvPr>
          <p:cNvSpPr txBox="1"/>
          <p:nvPr/>
        </p:nvSpPr>
        <p:spPr>
          <a:xfrm>
            <a:off x="8582526" y="1459855"/>
            <a:ext cx="168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Layout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9DEE6-F2E3-4796-8D1F-BEADBEBD2E19}"/>
              </a:ext>
            </a:extLst>
          </p:cNvPr>
          <p:cNvSpPr txBox="1"/>
          <p:nvPr/>
        </p:nvSpPr>
        <p:spPr>
          <a:xfrm>
            <a:off x="65146" y="2239534"/>
            <a:ext cx="5629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마스터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아두이노가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슬레이브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노드에게 </a:t>
            </a:r>
            <a:r>
              <a:rPr lang="ko-KR" altLang="en-US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모터 상태 전환 명령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을 내린다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E35A906-2B0C-409B-997A-C10E7FB78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46" y="3545973"/>
            <a:ext cx="5592454" cy="205272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E2FB771-7941-41DD-A29D-DDF0F502F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679" y="1921520"/>
            <a:ext cx="6316175" cy="4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65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8F2CB-D8BA-4E23-A0E9-BDEE9A3D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Motor_States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6D004-9D53-4351-A928-4F434EAED062}"/>
              </a:ext>
            </a:extLst>
          </p:cNvPr>
          <p:cNvSpPr txBox="1"/>
          <p:nvPr/>
        </p:nvSpPr>
        <p:spPr>
          <a:xfrm>
            <a:off x="8582526" y="1459855"/>
            <a:ext cx="168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Layout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9DEE6-F2E3-4796-8D1F-BEADBEBD2E19}"/>
              </a:ext>
            </a:extLst>
          </p:cNvPr>
          <p:cNvSpPr txBox="1"/>
          <p:nvPr/>
        </p:nvSpPr>
        <p:spPr>
          <a:xfrm>
            <a:off x="65146" y="2239534"/>
            <a:ext cx="5629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슬레이브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아두이노가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마스터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아두이노에게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모터 상태를 전달한다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D154A5-8CD8-42FC-9DF4-4981B7233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65" y="3972136"/>
            <a:ext cx="5710013" cy="12706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AC2ADE7-A94E-4D63-AAFF-FDB5877C9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863" y="2164380"/>
            <a:ext cx="6199121" cy="469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9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8F2CB-D8BA-4E23-A0E9-BDEE9A3D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Wheel_State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96D004-9D53-4351-A928-4F434EAED062}"/>
              </a:ext>
            </a:extLst>
          </p:cNvPr>
          <p:cNvSpPr txBox="1"/>
          <p:nvPr/>
        </p:nvSpPr>
        <p:spPr>
          <a:xfrm>
            <a:off x="8582526" y="1459855"/>
            <a:ext cx="168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Layout</a:t>
            </a:r>
            <a:endParaRPr lang="ko-KR" altLang="en-US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99DEE6-F2E3-4796-8D1F-BEADBEBD2E19}"/>
              </a:ext>
            </a:extLst>
          </p:cNvPr>
          <p:cNvSpPr txBox="1"/>
          <p:nvPr/>
        </p:nvSpPr>
        <p:spPr>
          <a:xfrm>
            <a:off x="93706" y="2191408"/>
            <a:ext cx="5629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슬레이브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아두이노가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마스터 </a:t>
            </a:r>
            <a:r>
              <a:rPr lang="ko-KR" altLang="en-US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아두이노에게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b="1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휠을</a:t>
            </a:r>
            <a:r>
              <a:rPr lang="ko-KR" altLang="en-US" b="1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어떻게 움직일지 전달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한다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558DD2-ABC4-4C33-9069-0C34629BC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508" y="1921521"/>
            <a:ext cx="6468492" cy="493648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358B617-5ECF-4C2E-91AF-B9E936F7D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5" y="4145820"/>
            <a:ext cx="5629801" cy="1574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7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564CC-7411-ABCC-0D87-1F55D1F8E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감사합니다</a:t>
            </a:r>
            <a:r>
              <a:rPr lang="en-US" altLang="ko-KR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.</a:t>
            </a:r>
            <a:endParaRPr lang="ko-KR" altLang="en-US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F5B6FE-8B8A-8E11-D889-D47944093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363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243</Words>
  <Application>Microsoft Office PowerPoint</Application>
  <PresentationFormat>와이드스크린</PresentationFormat>
  <Paragraphs>59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5" baseType="lpstr">
      <vt:lpstr>ADLaM Display</vt:lpstr>
      <vt:lpstr>HY헤드라인M</vt:lpstr>
      <vt:lpstr>맑은 고딕</vt:lpstr>
      <vt:lpstr>충북대70주년체 Regular</vt:lpstr>
      <vt:lpstr>Arial</vt:lpstr>
      <vt:lpstr>Office 테마</vt:lpstr>
      <vt:lpstr>2025 자율주행 CAN 통신 실무 프로젝트 경진대회</vt:lpstr>
      <vt:lpstr>CAN Data Base 및 기능</vt:lpstr>
      <vt:lpstr>Dynamic_PLanning</vt:lpstr>
      <vt:lpstr>Line_tracing</vt:lpstr>
      <vt:lpstr>Master_State</vt:lpstr>
      <vt:lpstr>Motor_Cmd</vt:lpstr>
      <vt:lpstr>Motor_States</vt:lpstr>
      <vt:lpstr>Wheel_State</vt:lpstr>
      <vt:lpstr>감사합니다.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자율주행 CAN 통신 실무 프로젝트 경진대회</dc:title>
  <dc:creator>pc</dc:creator>
  <cp:lastModifiedBy>pc</cp:lastModifiedBy>
  <cp:revision>18</cp:revision>
  <dcterms:created xsi:type="dcterms:W3CDTF">2025-12-23T06:44:39Z</dcterms:created>
  <dcterms:modified xsi:type="dcterms:W3CDTF">2025-12-23T08:39:53Z</dcterms:modified>
</cp:coreProperties>
</file>